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Men's T-Shirt Brand Performance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Power BI solution evaluating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200+ brands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discounting, profitability, pricing, and assortment depth.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19909"/>
            <a:ext cx="655290" cy="215354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62399"/>
            <a:ext cx="9423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 BI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51251" y="3319909"/>
            <a:ext cx="110051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B88E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36306" y="3362399"/>
            <a:ext cx="13875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REPORT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6895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Business Problem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12454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business needed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consolidated, visual way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evaluate 200+ T-shirt brands across four critical dimensions — helping stakeholders make faster, data-driven decisions on pricing, margins, and assortment strategy.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191271"/>
            <a:ext cx="4722763" cy="514499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337792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Discounting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96119" y="2847529"/>
            <a:ext cx="4722763" cy="514499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640" y="299405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Profitability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96119" y="3503786"/>
            <a:ext cx="4722763" cy="514499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640" y="365030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Pricing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96119" y="4160044"/>
            <a:ext cx="4722763" cy="514499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4306565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Assortment Depth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478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Tools &amp; Technologies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07393"/>
            <a:ext cx="5187032" cy="291770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703" y="1121048"/>
            <a:ext cx="2645866" cy="10161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8812" y="1266006"/>
            <a:ext cx="229879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Desktop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208812" y="1590601"/>
            <a:ext cx="229879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modeling, DAX measures, and report visuals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6703" y="2257723"/>
            <a:ext cx="2645866" cy="10161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8812" y="2402681"/>
            <a:ext cx="229879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Azure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208812" y="2727275"/>
            <a:ext cx="229879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data source for brand-level records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6703" y="3394397"/>
            <a:ext cx="2645866" cy="12170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8812" y="3539356"/>
            <a:ext cx="229879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DAX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208812" y="3863950"/>
            <a:ext cx="229879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Calculated measures: Average Discount %, Average Profit %, Average Sales Price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153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1803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dataset contains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brand-level records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men's T-shirts, providing the foundation for all dashboard metrics and visualizations.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63113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9183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Brand &amp; Title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39834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name and product title for each record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63113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09183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Original Price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39834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Listed retail price before any discounts applied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631132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09183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 Price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39834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Actual transaction price — used to derive discount and profit metrics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1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Approach &amp; Methodology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1207666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327548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81" y="3275489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6226" y="3390122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Import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20871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report was built in two pages: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cover page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a brand slicer for navigation, and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Brand Performance page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featuring five analytical visuals.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957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Insights: Discounting &amp; Profitability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38299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Brands by Avg Discount %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46374"/>
            <a:ext cx="3927277" cy="28268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5367" y="1038299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Brands by Avg Profit %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367" y="1346374"/>
            <a:ext cx="3927277" cy="28268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25367" y="4290938"/>
            <a:ext cx="392727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LP Jeans and MUJI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tie for highest profit at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17%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followed by a cluster at 16%. Overall average discount across all brands is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~82.9%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01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Insights: Assortment &amp; Pricing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6991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Brands by No. of Varieties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47626"/>
            <a:ext cx="3938067" cy="28345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14577" y="96991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Brands by Avg Sales Price (₹)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77" y="1247626"/>
            <a:ext cx="3938067" cy="28345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4577" y="4183410"/>
            <a:ext cx="393806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Indian Garage Co leads with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51 styles (22.9%)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Premium brands like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Armani Exchange (₹6.1K)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command the highest price points. Overall average sales price is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~₹10K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445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Bottom 5 Brands by Avg Profit %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23033"/>
            <a:ext cx="2290465" cy="1047824"/>
          </a:xfrm>
          <a:prstGeom prst="roundRect">
            <a:avLst>
              <a:gd name="adj" fmla="val 568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669554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Ramadhani Cloth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1976065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3.5% avg profit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23033"/>
            <a:ext cx="2290539" cy="1047824"/>
          </a:xfrm>
          <a:prstGeom prst="roundRect">
            <a:avLst>
              <a:gd name="adj" fmla="val 568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669554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Gespo &amp; Chimpaaanze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197522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3% avg profit each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712616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285913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 Active X AG &amp; Aapska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16564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2% avg profit each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5119" y="3698453"/>
            <a:ext cx="4722763" cy="1020589"/>
          </a:xfrm>
          <a:prstGeom prst="roundRect">
            <a:avLst>
              <a:gd name="adj" fmla="val 5834"/>
            </a:avLst>
          </a:prstGeom>
          <a:solidFill>
            <a:srgbClr val="FCF2B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77" y="3899222"/>
            <a:ext cx="177180" cy="1417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5816" y="3875633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brands represent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least profitable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segment and may require partnership renegotiation or reduced inventory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528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13" y="1114946"/>
            <a:ext cx="205978" cy="2059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2380" y="1110704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Heavy Discounting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42380" y="1405012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iVOC, WUXI, Mischief Monkey, Voroxy X AG, Red Tape — discounts of 83–89% may compress margins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13" y="1891605"/>
            <a:ext cx="205978" cy="2059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380" y="1887364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 in High-Margin Brands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42380" y="218167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Jeans and MUJI (17% profit) — prioritize shelf placement and marketing spend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13" y="2668265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2380" y="266402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Reassess Low-Profit Partnerships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2380" y="295833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Renegotiate terms or reduce inventory for Ramadhani Cloth, Gespo, Chimpaaazee, Be Active X AG, Aapska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13" y="3444925"/>
            <a:ext cx="205978" cy="205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2380" y="344068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Leverage Premium Brands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42380" y="373499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Armani Exchange, Brooks Brothers — ideal for higher-margin bundling or premium campaigns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613" y="4221584"/>
            <a:ext cx="205978" cy="2059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2380" y="421734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Expand High-Variety Assortments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42380" y="4511650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Indian Garage Co, U.S. Polo Assn. — grow styles if sales data supports demand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72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Limitations &amp; Future Scope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461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Current Limitations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27833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extract — profit/discount figures reflect a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point-in-time snapshot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Sample sizes vary by brand; some "bottom 5" brands have as few as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 SKUs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skewing averages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time-series or trend view in this version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46461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Future Scope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827833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monthly/quarterly trend pages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profit and discount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 beyond T-shirts to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category/sub-category breakdowns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 data refresh via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SQL/API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instead of manual load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unified brand scorecard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combining all four metrics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4035475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45424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424941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Author: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Sonal Undekar — QA Engineer / Test Data Engineer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2026-08-03T14:21:32Z</dcterms:created>
  <dcterms:modified xsi:type="dcterms:W3CDTF">2026-08-03T14:21:32Z</dcterms:modified>
</cp:coreProperties>
</file>